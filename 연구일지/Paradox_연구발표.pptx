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6"/>
  </p:notes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20" y="18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91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1221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30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02780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78087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2333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2740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089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4823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39642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94631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4447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61189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3445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6069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8398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강력한 언어로 배우는 논리적 사고의 정점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C언어 학습 플랫폼 개발 연구 발표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이현준 · 배도훈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2026.04.11 — 2026.05.15  ·  GitHub: dummy1027/nine-tailed-fox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목차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</a:rPr>
              <a:t>１．프로젝트개요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프로젝트소개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</a:rPr>
              <a:t>２．개발　타임라인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34899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개발과정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681071" y="38633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8691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프로젝트를　진행하며　</a:t>
            </a:r>
            <a:r>
              <a:rPr lang="ko-KR" alt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느낀점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12623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</a:rPr>
              <a:t>３．느낀점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11333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C언어 학습 + 문제 풀이 + 커뮤니티 + 랭킹이 하나로 묶인 통합 학습 사이트.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개념 학습 → 단계별 문제집 → 기출 → 다른 사용자와의 배틀의 흐름으로 학습한다.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교과서로 배우는 C언어는 손에 잡히지 않아, 직접 코드를 쳐보고 다른 사람의 풀이를 볼 수 있는 공간이 필요했다.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프론트: React 19 + Vite + react-router · 백엔드: Node.js + Express · DB: Supabase(Postgres) · 모니터링: 자체 monitor.cjs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명이 깃허브로 협업. 75개 커밋, 8일에 걸친 작업, PR 1건 + 다수의 머지/충돌 해결.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개발 타임라인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8일간의 활동 · 총 75 커밋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04-11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-45720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초기 셋업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50146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794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05-05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19794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(화)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82634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오랜만에 돌아와서 의존성 정비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02674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501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48149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05-09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48149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(토)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010989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종일 코딩 (34커밋)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31029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06855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6503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76503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39343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다중 사용자 + 코드 에디터 강화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59383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35209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04857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04857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(월)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67697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대댓글(무한 중첩) + 서버 그래프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87737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9c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63563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33211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33211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(화)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96051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문제집·랭킹 도입 + 서버 두 번 되살리기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16091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791918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61566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61566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(목)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24406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— 자잘하지만 체감 큰 부분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4446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6c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1320272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89920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78992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(금)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652760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97280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5c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31520" y="4572000"/>
            <a:ext cx="10698480" cy="1554480"/>
          </a:xfrm>
          <a:prstGeom prst="roundRect">
            <a:avLst>
              <a:gd name="adj" fmla="val 5882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셋업(04-11) → 의존성 정비(05-05) → 발표 직전 핵심 기능 폭증(05-09) → 다중 사용자 커뮤니티 + 코드 에디터 강화(05-10) → 대댓글 + 그래프(05-11) → 문제집·랭킹 + 서버 복구(05-12) → 안정화(05-14) → </a:t>
            </a:r>
            <a:r>
              <a:rPr lang="en-US" sz="12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(05-15)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2026-04-11 (토)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초기 셋업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4건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Paradox(C언어 학습 사이트)의 깃허브 베이스라인을 올린다.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+ React로 프론트 골격 생성 → 빠른 HMR 이유 직접 확인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server.js 라우팅 두 번 시행착오(통합 핸들러 → 라우트 분리)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DATABASE_SETUP.sql에 사용자/게시글 초기 스키마 정의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완벽한 코드보다, 동작 버전을 만들고 다듬는 편이 빠르다.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github_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github_main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2026-05-05 (화)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오랜만에 돌아와서 의존성 정비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1건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만에 돌아와 환경 복구 + 앞으로 쓸 패키지 일괄 준비.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lockfile 충돌 해결, React 패치 버전 반영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Express, dotenv, CORS 등 일괄 설치 (lockfile +800행)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server.js의 dotenv 초기화 순서 문제 수정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지나 자기 코드를 보면 어색한 부분이 보이는 건 성장의 신호.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server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server_status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2026-05-09 (토)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종일 코딩 (34커밋)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34건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메인/맛보기/커뮤니티 카드까지 발표 가능한 형태로 마무리.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연동 (6파일, +164행) — 클라이언트 SDK + 스키마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 발생 → 4차에 걸친 복구로 손으로 합치기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CPreview 호버 효과, 메인에 지뢰찾기 미니게임 배치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충돌은 "두 사람이 같은 줄을 만졌다"는 단순한 신호일 뿐, 차분히 비교하면 풀린다.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ho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home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2026-05-10 (일)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다중 사용자 + 코드 에디터 강화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8건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사용자가 동시에 글을 공유, CPreview를 IDE급 입력기로.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Community.jsx +398행, server.js +44행 — 실시간 동기화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contentEditable + selection offset 저장/복원으로 캐럿 문제 해결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자동완성 시스템 구축 (+167행)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contentEditable은 브라우저가 DOM을 마음대로 바꾸기에 React 가상 DOM과 충돌 지점이 있다.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c_pre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c_preview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2026-05-11 (월)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대댓글(무한 중첩) + 서버 그래프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9건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제한 없는 중첩 댓글, 서버 상태를 그래프로 시각화.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self-referencing FK(parent_comment_id)로 트리를 평평하게 저장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재귀 컴포넌트(+204행), 종료 조건 누락으로 무한 루프 1회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 도입 + 하드코딩된 IP를 .env로 분리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재귀는 코드에서도 DB에서도 "종료 조건"이 핵심. 환경 의존 코드는 협업을 즉시 막는다.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commun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community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2026-05-12 (화)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문제집·랭킹 도입 + 서버 두 번 되살리기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8건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카테고리 문제집, 무작위/비공개 배틀 랭킹.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App.jsx +1,612행 — 문제집 콘텐츠 일괄 추가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다운 → 1차(+136행)·2차(+19행) 복구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Express 라우트 등록 순서 (구체 → 일반이어야 함)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로그를 켜고 천천히 보면 "어디서 죽었는지"는 거의 항상 알 수 있다.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workboo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workbook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2026-05-14 (목)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— 자잘하지만 체감 큰 부분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6건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기능 대신 안정성·보안 디테일에 집중.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monitor.cjs 분리 — 서버와 모니터링 프로세스 분리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키를 환경 변수로 이동, 시간 표시 형식 수정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process.platform 분기로 Windows/Linux 모두 동작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관심사의 분리는 책에서만 봤는데, 직접 분리해 보고서야 왜 좋은지 손에 잡혔다.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server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server_status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2026-05-15 (금)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5건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→ 검증 → 실전의 흐름 완성 + CSS/서버 마무리.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 카테고리 추가 (+36행), 컴포넌트 재사용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 긴 라우트 캐시 처리 (+82행)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깨짐 미디어쿼리로 수정 (+62행)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10%가 처음 90%만큼 시간이 든다. CSS 디테일이 사용자 인상의 절반.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workboo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workbook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 및 다음 단계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반 </a:t>
            </a:r>
            <a:r>
              <a:rPr 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</a:t>
            </a: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우리에</a:t>
            </a:r>
            <a:r>
              <a:rPr lang="ko-KR" alt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 남겨야 할 </a:t>
            </a:r>
            <a:r>
              <a:rPr lang="ko-KR" alt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새퀴들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된 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명이 75 커밋을 끝까지 끌고 갔다.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직전 머지 충돌 4차 복구를 성공시켰다.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 무한 중첩, 자동완성, 실시간 그래프 등 난도 높은 기능을 자력으로 구현했다.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두 번 죽었어도 끝까지 살려냈다.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46304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01168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 콘텐츠가 App.jsx 안에 박혀 있어 분리가 시급하다.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코드가 없어 회귀를 잡기 어렵다.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의존(특정 컴퓨터에서만 됨) 버그를 한 번 겪었다.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 (기술)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57200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Vite의 빠른 HMR 원리 · contentEditable의 selection 복원 · self-referencing FK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 라우트 등록 순서 · 관심사의 분리 (서버 / 모니터)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변수의 중요성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402336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 (협업)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457200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충돌은 무서운 게 아니라 "같은 줄을 만졌다"는 신호일 뿐이다.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코드베이스를 쓰는 것은 답답하지만, 결국 혼자보다 멀리 간다.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README는 미래의 자기 자신에게 쓰는 편지다.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2092"/>
            <a:ext cx="10972800" cy="11957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7200" b="1" dirty="0">
                <a:solidFill>
                  <a:srgbClr val="8B5CF6"/>
                </a:solidFill>
                <a:latin typeface="한컴 울주 천전리 각석체" panose="020B0503000000000000" pitchFamily="50" charset="-127"/>
                <a:ea typeface="한컴 울주 천전리 각석체" panose="020B0503000000000000" pitchFamily="50" charset="-127"/>
              </a:rPr>
              <a:t>감사합니다</a:t>
            </a:r>
            <a:endParaRPr lang="en-US" altLang="ko-KR" sz="7200" b="1" dirty="0">
              <a:solidFill>
                <a:srgbClr val="8B5CF6"/>
              </a:solidFill>
              <a:latin typeface="한컴 울주 천전리 각석체" panose="020B0503000000000000" pitchFamily="50" charset="-127"/>
              <a:ea typeface="한컴 울주 천전리 각석체" panose="020B0503000000000000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이현준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배도훈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30842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1385</Words>
  <Application>Microsoft Office PowerPoint</Application>
  <PresentationFormat>와이드스크린</PresentationFormat>
  <Paragraphs>214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Malgun Gothic</vt:lpstr>
      <vt:lpstr>Malgun Gothic</vt:lpstr>
      <vt:lpstr>한컴 울주 천전리 각석체</vt:lpstr>
      <vt:lpstr>Arial</vt:lpstr>
      <vt:lpstr>Calibri</vt:lpstr>
      <vt:lpstr>Calibri 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Paradox 연구 발표</dc:title>
  <dc:subject>PptxGenJS Presentation</dc:subject>
  <dc:creator>이현준, 배도훈</dc:creator>
  <cp:lastModifiedBy>USER</cp:lastModifiedBy>
  <cp:revision>4</cp:revision>
  <dcterms:created xsi:type="dcterms:W3CDTF">2026-05-16T01:19:09Z</dcterms:created>
  <dcterms:modified xsi:type="dcterms:W3CDTF">2026-05-16T03:05:37Z</dcterms:modified>
</cp:coreProperties>
</file>